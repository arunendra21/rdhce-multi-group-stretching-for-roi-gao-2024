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Stretching in Groups:</a:t>
            </a:r>
            <a:br/>
            <a:r>
              <a:t>Reversible Multi-Group Contrast Enhancement for Medical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A reproduction of Gao, Zhang, Xia, Luo &amp; Shi (IEEE TMM, 2024)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Single-group ROI stretch is uneven across intensities.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Medical images vary widely.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Multi-group stretching generalises better + stays reversible.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Enhance diagnostic contrast of a region of interest (ROI).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Embed clinical/annotation data during enhancement.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Recover the exact original image (no diagnostic loss).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Existing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Ni 2006 histogram shifting: high fidelity, low capacity.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Wu-Huang 2015 CE-RDH: whole-image contrast enhancement.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This paper: medical/ROI-focused reversible enhancement.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Proposed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Segment ROI.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Split ROI histogram into groups.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Stretch each group + embed bits.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Background untouched -&gt; exact recovery.</a:t>
            </a:r>
          </a:p>
        </p:txBody>
      </p:sp>
      <p:pic>
        <p:nvPicPr>
          <p:cNvPr id="5" name="Picture 4" descr="fig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280160"/>
            <a:ext cx="4846320" cy="45232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Segment ROI (tissue).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Enhance ROI histogram + embed payload.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Leave background untouched.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Reverse -&gt; exact original.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Mathematical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ROI pixels expanded outward around peaks; 1 bit / peak pixel.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ROI RMS contrast sigma rises; whole-image PSNR bounded.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AMBE tracks ROI brightness stability.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Synthetic MR/CT phantoms (no real patient data available).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Tissue ROI via thresholding; iterations swept.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Metrics: ROI payload, whole PSNR, ROI contrast/entropy, reversibility.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Stronger, more uniform ROI contrast gain.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Whole PSNR maintained.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Bit-exact reversible.</a:t>
            </a:r>
          </a:p>
        </p:txBody>
      </p:sp>
      <p:pic>
        <p:nvPicPr>
          <p:cNvPr id="5" name="Picture 4" descr="fig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280160"/>
            <a:ext cx="4846320" cy="32561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Better generalisability.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Uniform tissue contrast.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Reversible.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Synthetic phantoms.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Approximate grouping.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PSNR cost at strong 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Adaptive group counts.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Real datasets.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Local + multi-group fusion.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Reproduced ROI-restricted reversible contrast enhancement.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Confirmed ROI contrast gain with exact recovery on phantoms.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Gao et al. Multi-Group Stretching ROI. IEEE TMM 26, 2024.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Wu, Dugelay, Shi. CE-RDH. IEEE SPL 22(1), 2015.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Ni et al. RDH. IEEE TCSVT 16(3), 2006.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